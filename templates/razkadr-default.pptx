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rgbClr val="F8F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-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ing"/>
          <p:cNvSpPr>
            <a:spLocks noGrp="1"/>
          </p:cNvSpPr>
          <p:nvPr>
            <p:ph type="ctrTitle"/>
          </p:nvPr>
        </p:nvSpPr>
        <p:spPr>
          <a:xfrm>
            <a:off x="640080" y="1371600"/>
            <a:ext cx="5806440" cy="2103120"/>
          </a:xfrm>
          <a:prstGeom prst="rect">
            <a:avLst/>
          </a:prstGeom>
        </p:spPr>
        <p:txBody>
          <a:bodyPr wrap="square" lIns="54864" tIns="27432" rIns="54864" bIns="27432" anchor="t">
            <a:normAutofit/>
          </a:bodyPr>
          <a:lstStyle>
            <a:lvl1pPr algn="l" marL="0" indent="0">
              <a:buNone/>
              <a:defRPr sz="4000" b="1">
                <a:solidFill>
                  <a:srgbClr val="6B0F1A"/>
                </a:solidFill>
                <a:latin typeface="DejaVu Sans"/>
                <a:cs typeface="DejaVu Sans"/>
              </a:defRPr>
            </a:lvl1pPr>
          </a:lstStyle>
          <a:p/>
        </p:txBody>
      </p:sp>
      <p:sp>
        <p:nvSpPr>
          <p:cNvPr id="4" name="subheading"/>
          <p:cNvSpPr>
            <a:spLocks noGrp="1"/>
          </p:cNvSpPr>
          <p:nvPr>
            <p:ph type="subTitle" idx="1"/>
          </p:nvPr>
        </p:nvSpPr>
        <p:spPr>
          <a:xfrm>
            <a:off x="640080" y="3566160"/>
            <a:ext cx="5577840" cy="1737360"/>
          </a:xfrm>
          <a:prstGeom prst="rect">
            <a:avLst/>
          </a:prstGeom>
        </p:spPr>
        <p:txBody>
          <a:bodyPr wrap="square" lIns="54864" tIns="27432" rIns="54864" bIns="27432" anchor="t">
            <a:normAutofit/>
          </a:bodyPr>
          <a:lstStyle>
            <a:lvl1pPr algn="l" marL="0" indent="0">
              <a:buNone/>
              <a:defRPr sz="2000" b="0">
                <a:solidFill>
                  <a:srgbClr val="2B2B2B"/>
                </a:solidFill>
                <a:latin typeface="DejaVu Sans"/>
                <a:cs typeface="DejaVu Sans"/>
              </a:defRPr>
            </a:lvl1pPr>
          </a:lstStyle>
          <a:p/>
        </p:txBody>
      </p:sp>
      <p:sp>
        <p:nvSpPr>
          <p:cNvPr id="5" name="frame"/>
          <p:cNvSpPr>
            <a:spLocks noGrp="1"/>
          </p:cNvSpPr>
          <p:nvPr>
            <p:ph type="pic" idx="10"/>
          </p:nvPr>
        </p:nvSpPr>
        <p:spPr>
          <a:xfrm>
            <a:off x="6766560" y="0"/>
            <a:ext cx="5425135" cy="6858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999" name="deco-footer"/>
          <p:cNvSpPr/>
          <p:nvPr/>
        </p:nvSpPr>
        <p:spPr>
          <a:xfrm>
            <a:off x="274320" y="6473952"/>
            <a:ext cx="12801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900" b="1">
                <a:solidFill>
                  <a:srgbClr val="D4AF7F"/>
                </a:solidFill>
                <a:latin typeface="DejaVu Sans"/>
                <a:cs typeface="DejaVu Sans"/>
              </a:rPr>
              <a:t>Razkadr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ero_caption">
    <p:bg>
      <p:bgPr>
        <a:solidFill>
          <a:srgbClr val="F8F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eco-6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frame"/>
          <p:cNvSpPr>
            <a:spLocks noGrp="1"/>
          </p:cNvSpPr>
          <p:nvPr>
            <p:ph type="pic" idx="10"/>
          </p:nvPr>
        </p:nvSpPr>
        <p:spPr>
          <a:xfrm>
            <a:off x="457200" y="384048"/>
            <a:ext cx="11277295" cy="420624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8" name="caption"/>
          <p:cNvSpPr>
            <a:spLocks noGrp="1"/>
          </p:cNvSpPr>
          <p:nvPr>
            <p:ph type="body" idx="11"/>
          </p:nvPr>
        </p:nvSpPr>
        <p:spPr>
          <a:xfrm>
            <a:off x="457200" y="4800600"/>
            <a:ext cx="9326880" cy="1600200"/>
          </a:xfrm>
          <a:prstGeom prst="rect">
            <a:avLst/>
          </a:prstGeom>
        </p:spPr>
        <p:txBody>
          <a:bodyPr wrap="square" lIns="54864" tIns="27432" rIns="54864" bIns="27432" anchor="t">
            <a:normAutofit/>
          </a:bodyPr>
          <a:lstStyle>
            <a:lvl1pPr algn="l" marL="0" indent="0">
              <a:buNone/>
              <a:defRPr sz="2000" b="0">
                <a:solidFill>
                  <a:srgbClr val="2B2B2B"/>
                </a:solidFill>
                <a:latin typeface="DejaVu Sans"/>
                <a:cs typeface="DejaVu Sans"/>
              </a:defRPr>
            </a:lvl1pPr>
          </a:lstStyle>
          <a:p/>
        </p:txBody>
      </p:sp>
      <p:sp>
        <p:nvSpPr>
          <p:cNvPr id="9" name="timecode"/>
          <p:cNvSpPr>
            <a:spLocks noGrp="1"/>
          </p:cNvSpPr>
          <p:nvPr>
            <p:ph type="body" idx="12"/>
          </p:nvPr>
        </p:nvSpPr>
        <p:spPr>
          <a:xfrm>
            <a:off x="9966960" y="6172200"/>
            <a:ext cx="1737360" cy="411480"/>
          </a:xfrm>
          <a:prstGeom prst="rect">
            <a:avLst/>
          </a:prstGeom>
        </p:spPr>
        <p:txBody>
          <a:bodyPr wrap="square" lIns="54864" tIns="27432" rIns="54864" bIns="27432" anchor="ctr">
            <a:normAutofit/>
          </a:bodyPr>
          <a:lstStyle>
            <a:lvl1pPr algn="r" marL="0" indent="0">
              <a:buNone/>
              <a:defRPr sz="1400" b="1">
                <a:solidFill>
                  <a:srgbClr val="6B0F1A"/>
                </a:solidFill>
                <a:latin typeface="DejaVu Sans"/>
                <a:cs typeface="DejaVu Sans"/>
              </a:defRPr>
            </a:lvl1pPr>
          </a:lstStyle>
          <a:p/>
        </p:txBody>
      </p:sp>
      <p:sp>
        <p:nvSpPr>
          <p:cNvPr id="999" name="deco-footer"/>
          <p:cNvSpPr/>
          <p:nvPr/>
        </p:nvSpPr>
        <p:spPr>
          <a:xfrm>
            <a:off x="274320" y="6473952"/>
            <a:ext cx="12801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900" b="1">
                <a:solidFill>
                  <a:srgbClr val="D4AF7F"/>
                </a:solidFill>
                <a:latin typeface="DejaVu Sans"/>
                <a:cs typeface="DejaVu Sans"/>
              </a:rPr>
              <a:t>Razkadr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gredients_list">
    <p:bg>
      <p:bgPr>
        <a:solidFill>
          <a:srgbClr val="F8F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co-1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ing"/>
          <p:cNvSpPr>
            <a:spLocks noGrp="1"/>
          </p:cNvSpPr>
          <p:nvPr>
            <p:ph type="title"/>
          </p:nvPr>
        </p:nvSpPr>
        <p:spPr>
          <a:xfrm>
            <a:off x="457200" y="320040"/>
            <a:ext cx="8229600" cy="868680"/>
          </a:xfrm>
          <a:prstGeom prst="rect">
            <a:avLst/>
          </a:prstGeom>
        </p:spPr>
        <p:txBody>
          <a:bodyPr wrap="square" lIns="54864" tIns="27432" rIns="54864" bIns="27432" anchor="t">
            <a:normAutofit/>
          </a:bodyPr>
          <a:lstStyle>
            <a:lvl1pPr algn="l" marL="0" indent="0">
              <a:buNone/>
              <a:defRPr sz="2800" b="1">
                <a:solidFill>
                  <a:srgbClr val="6B0F1A"/>
                </a:solidFill>
                <a:latin typeface="DejaVu Sans"/>
                <a:cs typeface="DejaVu Sans"/>
              </a:defRPr>
            </a:lvl1pPr>
          </a:lstStyle>
          <a:p/>
        </p:txBody>
      </p:sp>
      <p:sp>
        <p:nvSpPr>
          <p:cNvPr id="12" name="frame"/>
          <p:cNvSpPr>
            <a:spLocks noGrp="1"/>
          </p:cNvSpPr>
          <p:nvPr>
            <p:ph type="pic" idx="10"/>
          </p:nvPr>
        </p:nvSpPr>
        <p:spPr>
          <a:xfrm>
            <a:off x="457200" y="1371600"/>
            <a:ext cx="4663440" cy="50292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3" name="items"/>
          <p:cNvSpPr>
            <a:spLocks noGrp="1"/>
          </p:cNvSpPr>
          <p:nvPr>
            <p:ph type="body" idx="11"/>
          </p:nvPr>
        </p:nvSpPr>
        <p:spPr>
          <a:xfrm>
            <a:off x="5486400" y="1371600"/>
            <a:ext cx="6245352" cy="5029200"/>
          </a:xfrm>
          <a:prstGeom prst="rect">
            <a:avLst/>
          </a:prstGeom>
        </p:spPr>
        <p:txBody>
          <a:bodyPr wrap="square" lIns="54864" tIns="27432" rIns="54864" bIns="27432" anchor="t">
            <a:normAutofit/>
          </a:bodyPr>
          <a:lstStyle>
            <a:lvl1pPr algn="l" marL="0" indent="0">
              <a:buNone/>
              <a:defRPr sz="1600" b="0">
                <a:solidFill>
                  <a:srgbClr val="2B2B2B"/>
                </a:solidFill>
                <a:latin typeface="DejaVu Sans"/>
                <a:cs typeface="DejaVu Sans"/>
              </a:defRPr>
            </a:lvl1pPr>
          </a:lstStyle>
          <a:p/>
        </p:txBody>
      </p:sp>
      <p:sp>
        <p:nvSpPr>
          <p:cNvPr id="999" name="deco-footer"/>
          <p:cNvSpPr/>
          <p:nvPr/>
        </p:nvSpPr>
        <p:spPr>
          <a:xfrm>
            <a:off x="274320" y="6473952"/>
            <a:ext cx="12801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900" b="1">
                <a:solidFill>
                  <a:srgbClr val="D4AF7F"/>
                </a:solidFill>
                <a:latin typeface="DejaVu Sans"/>
                <a:cs typeface="DejaVu Sans"/>
              </a:rPr>
              <a:t>Razkadr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teps_grid">
    <p:bg>
      <p:bgPr>
        <a:solidFill>
          <a:srgbClr val="F8F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eco-14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heading"/>
          <p:cNvSpPr>
            <a:spLocks noGrp="1"/>
          </p:cNvSpPr>
          <p:nvPr>
            <p:ph type="title"/>
          </p:nvPr>
        </p:nvSpPr>
        <p:spPr>
          <a:xfrm>
            <a:off x="457200" y="274320"/>
            <a:ext cx="8686800" cy="822960"/>
          </a:xfrm>
          <a:prstGeom prst="rect">
            <a:avLst/>
          </a:prstGeom>
        </p:spPr>
        <p:txBody>
          <a:bodyPr wrap="square" lIns="54864" tIns="27432" rIns="54864" bIns="27432" anchor="t">
            <a:normAutofit/>
          </a:bodyPr>
          <a:lstStyle>
            <a:lvl1pPr algn="l" marL="0" indent="0">
              <a:buNone/>
              <a:defRPr sz="2600" b="1">
                <a:solidFill>
                  <a:srgbClr val="6B0F1A"/>
                </a:solidFill>
                <a:latin typeface="DejaVu Sans"/>
                <a:cs typeface="DejaVu Sans"/>
              </a:defRPr>
            </a:lvl1pPr>
          </a:lstStyle>
          <a:p/>
        </p:txBody>
      </p:sp>
      <p:sp>
        <p:nvSpPr>
          <p:cNvPr id="16" name="cell1_number"/>
          <p:cNvSpPr>
            <a:spLocks noGrp="1"/>
          </p:cNvSpPr>
          <p:nvPr>
            <p:ph type="body" idx="10"/>
          </p:nvPr>
        </p:nvSpPr>
        <p:spPr>
          <a:xfrm>
            <a:off x="457200" y="1234440"/>
            <a:ext cx="502920" cy="347472"/>
          </a:xfrm>
          <a:prstGeom prst="rect">
            <a:avLst/>
          </a:prstGeom>
        </p:spPr>
        <p:txBody>
          <a:bodyPr wrap="square" lIns="54864" tIns="27432" rIns="54864" bIns="27432" anchor="ctr">
            <a:normAutofit/>
          </a:bodyPr>
          <a:lstStyle>
            <a:lvl1pPr algn="l" marL="0" indent="0">
              <a:buNone/>
              <a:defRPr sz="1300" b="1">
                <a:solidFill>
                  <a:srgbClr val="6B0F1A"/>
                </a:solidFill>
                <a:latin typeface="DejaVu Sans"/>
                <a:cs typeface="DejaVu Sans"/>
              </a:defRPr>
            </a:lvl1pPr>
          </a:lstStyle>
          <a:p/>
        </p:txBody>
      </p:sp>
      <p:sp>
        <p:nvSpPr>
          <p:cNvPr id="17" name="cell1_timecode"/>
          <p:cNvSpPr>
            <a:spLocks noGrp="1"/>
          </p:cNvSpPr>
          <p:nvPr>
            <p:ph type="body" idx="11"/>
          </p:nvPr>
        </p:nvSpPr>
        <p:spPr>
          <a:xfrm>
            <a:off x="3027578" y="1234440"/>
            <a:ext cx="1188720" cy="347472"/>
          </a:xfrm>
          <a:prstGeom prst="rect">
            <a:avLst/>
          </a:prstGeom>
        </p:spPr>
        <p:txBody>
          <a:bodyPr wrap="square" lIns="54864" tIns="27432" rIns="54864" bIns="27432" anchor="ctr">
            <a:normAutofit/>
          </a:bodyPr>
          <a:lstStyle>
            <a:lvl1pPr algn="r" marL="0" indent="0">
              <a:buNone/>
              <a:defRPr sz="1100" b="0">
                <a:solidFill>
                  <a:srgbClr val="2B2B2B"/>
                </a:solidFill>
                <a:latin typeface="DejaVu Sans"/>
                <a:cs typeface="DejaVu Sans"/>
              </a:defRPr>
            </a:lvl1pPr>
          </a:lstStyle>
          <a:p/>
        </p:txBody>
      </p:sp>
      <p:sp>
        <p:nvSpPr>
          <p:cNvPr id="18" name="cell1_frame"/>
          <p:cNvSpPr>
            <a:spLocks noGrp="1"/>
          </p:cNvSpPr>
          <p:nvPr>
            <p:ph type="pic" idx="12"/>
          </p:nvPr>
        </p:nvSpPr>
        <p:spPr>
          <a:xfrm>
            <a:off x="457200" y="1581912"/>
            <a:ext cx="1729185" cy="21945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9" name="cell1_text"/>
          <p:cNvSpPr>
            <a:spLocks noGrp="1"/>
          </p:cNvSpPr>
          <p:nvPr>
            <p:ph type="body" idx="13"/>
          </p:nvPr>
        </p:nvSpPr>
        <p:spPr>
          <a:xfrm>
            <a:off x="2296113" y="1581912"/>
            <a:ext cx="1920185" cy="2194560"/>
          </a:xfrm>
          <a:prstGeom prst="rect">
            <a:avLst/>
          </a:prstGeom>
        </p:spPr>
        <p:txBody>
          <a:bodyPr wrap="square" lIns="54864" tIns="27432" rIns="54864" bIns="27432" anchor="t">
            <a:normAutofit/>
          </a:bodyPr>
          <a:lstStyle>
            <a:lvl1pPr algn="l" marL="0" indent="0">
              <a:buNone/>
              <a:defRPr sz="1300" b="0">
                <a:solidFill>
                  <a:srgbClr val="2B2B2B"/>
                </a:solidFill>
                <a:latin typeface="DejaVu Sans"/>
                <a:cs typeface="DejaVu Sans"/>
              </a:defRPr>
            </a:lvl1pPr>
          </a:lstStyle>
          <a:p/>
        </p:txBody>
      </p:sp>
      <p:sp>
        <p:nvSpPr>
          <p:cNvPr id="20" name="cell2_number"/>
          <p:cNvSpPr>
            <a:spLocks noGrp="1"/>
          </p:cNvSpPr>
          <p:nvPr>
            <p:ph type="body" idx="14"/>
          </p:nvPr>
        </p:nvSpPr>
        <p:spPr>
          <a:xfrm>
            <a:off x="4216298" y="1234440"/>
            <a:ext cx="502920" cy="347472"/>
          </a:xfrm>
          <a:prstGeom prst="rect">
            <a:avLst/>
          </a:prstGeom>
        </p:spPr>
        <p:txBody>
          <a:bodyPr wrap="square" lIns="54864" tIns="27432" rIns="54864" bIns="27432" anchor="ctr">
            <a:normAutofit/>
          </a:bodyPr>
          <a:lstStyle>
            <a:lvl1pPr algn="l" marL="0" indent="0">
              <a:buNone/>
              <a:defRPr sz="1300" b="1">
                <a:solidFill>
                  <a:srgbClr val="6B0F1A"/>
                </a:solidFill>
                <a:latin typeface="DejaVu Sans"/>
                <a:cs typeface="DejaVu Sans"/>
              </a:defRPr>
            </a:lvl1pPr>
          </a:lstStyle>
          <a:p/>
        </p:txBody>
      </p:sp>
      <p:sp>
        <p:nvSpPr>
          <p:cNvPr id="21" name="cell2_timecode"/>
          <p:cNvSpPr>
            <a:spLocks noGrp="1"/>
          </p:cNvSpPr>
          <p:nvPr>
            <p:ph type="body" idx="15"/>
          </p:nvPr>
        </p:nvSpPr>
        <p:spPr>
          <a:xfrm>
            <a:off x="6786677" y="1234440"/>
            <a:ext cx="1188720" cy="347472"/>
          </a:xfrm>
          <a:prstGeom prst="rect">
            <a:avLst/>
          </a:prstGeom>
        </p:spPr>
        <p:txBody>
          <a:bodyPr wrap="square" lIns="54864" tIns="27432" rIns="54864" bIns="27432" anchor="ctr">
            <a:normAutofit/>
          </a:bodyPr>
          <a:lstStyle>
            <a:lvl1pPr algn="r" marL="0" indent="0">
              <a:buNone/>
              <a:defRPr sz="1100" b="0">
                <a:solidFill>
                  <a:srgbClr val="2B2B2B"/>
                </a:solidFill>
                <a:latin typeface="DejaVu Sans"/>
                <a:cs typeface="DejaVu Sans"/>
              </a:defRPr>
            </a:lvl1pPr>
          </a:lstStyle>
          <a:p/>
        </p:txBody>
      </p:sp>
      <p:sp>
        <p:nvSpPr>
          <p:cNvPr id="22" name="cell2_frame"/>
          <p:cNvSpPr>
            <a:spLocks noGrp="1"/>
          </p:cNvSpPr>
          <p:nvPr>
            <p:ph type="pic" idx="16"/>
          </p:nvPr>
        </p:nvSpPr>
        <p:spPr>
          <a:xfrm>
            <a:off x="4216298" y="1581912"/>
            <a:ext cx="1729185" cy="21945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23" name="cell2_text"/>
          <p:cNvSpPr>
            <a:spLocks noGrp="1"/>
          </p:cNvSpPr>
          <p:nvPr>
            <p:ph type="body" idx="17"/>
          </p:nvPr>
        </p:nvSpPr>
        <p:spPr>
          <a:xfrm>
            <a:off x="6055212" y="1581912"/>
            <a:ext cx="1920185" cy="2194560"/>
          </a:xfrm>
          <a:prstGeom prst="rect">
            <a:avLst/>
          </a:prstGeom>
        </p:spPr>
        <p:txBody>
          <a:bodyPr wrap="square" lIns="54864" tIns="27432" rIns="54864" bIns="27432" anchor="t">
            <a:normAutofit/>
          </a:bodyPr>
          <a:lstStyle>
            <a:lvl1pPr algn="l" marL="0" indent="0">
              <a:buNone/>
              <a:defRPr sz="1300" b="0">
                <a:solidFill>
                  <a:srgbClr val="2B2B2B"/>
                </a:solidFill>
                <a:latin typeface="DejaVu Sans"/>
                <a:cs typeface="DejaVu Sans"/>
              </a:defRPr>
            </a:lvl1pPr>
          </a:lstStyle>
          <a:p/>
        </p:txBody>
      </p:sp>
      <p:sp>
        <p:nvSpPr>
          <p:cNvPr id="24" name="cell3_number"/>
          <p:cNvSpPr>
            <a:spLocks noGrp="1"/>
          </p:cNvSpPr>
          <p:nvPr>
            <p:ph type="body" idx="18"/>
          </p:nvPr>
        </p:nvSpPr>
        <p:spPr>
          <a:xfrm>
            <a:off x="7975397" y="1234440"/>
            <a:ext cx="502920" cy="347472"/>
          </a:xfrm>
          <a:prstGeom prst="rect">
            <a:avLst/>
          </a:prstGeom>
        </p:spPr>
        <p:txBody>
          <a:bodyPr wrap="square" lIns="54864" tIns="27432" rIns="54864" bIns="27432" anchor="ctr">
            <a:normAutofit/>
          </a:bodyPr>
          <a:lstStyle>
            <a:lvl1pPr algn="l" marL="0" indent="0">
              <a:buNone/>
              <a:defRPr sz="1300" b="1">
                <a:solidFill>
                  <a:srgbClr val="6B0F1A"/>
                </a:solidFill>
                <a:latin typeface="DejaVu Sans"/>
                <a:cs typeface="DejaVu Sans"/>
              </a:defRPr>
            </a:lvl1pPr>
          </a:lstStyle>
          <a:p/>
        </p:txBody>
      </p:sp>
      <p:sp>
        <p:nvSpPr>
          <p:cNvPr id="25" name="cell3_timecode"/>
          <p:cNvSpPr>
            <a:spLocks noGrp="1"/>
          </p:cNvSpPr>
          <p:nvPr>
            <p:ph type="body" idx="19"/>
          </p:nvPr>
        </p:nvSpPr>
        <p:spPr>
          <a:xfrm>
            <a:off x="10545775" y="1234440"/>
            <a:ext cx="1188720" cy="347472"/>
          </a:xfrm>
          <a:prstGeom prst="rect">
            <a:avLst/>
          </a:prstGeom>
        </p:spPr>
        <p:txBody>
          <a:bodyPr wrap="square" lIns="54864" tIns="27432" rIns="54864" bIns="27432" anchor="ctr">
            <a:normAutofit/>
          </a:bodyPr>
          <a:lstStyle>
            <a:lvl1pPr algn="r" marL="0" indent="0">
              <a:buNone/>
              <a:defRPr sz="1100" b="0">
                <a:solidFill>
                  <a:srgbClr val="2B2B2B"/>
                </a:solidFill>
                <a:latin typeface="DejaVu Sans"/>
                <a:cs typeface="DejaVu Sans"/>
              </a:defRPr>
            </a:lvl1pPr>
          </a:lstStyle>
          <a:p/>
        </p:txBody>
      </p:sp>
      <p:sp>
        <p:nvSpPr>
          <p:cNvPr id="26" name="cell3_frame"/>
          <p:cNvSpPr>
            <a:spLocks noGrp="1"/>
          </p:cNvSpPr>
          <p:nvPr>
            <p:ph type="pic" idx="20"/>
          </p:nvPr>
        </p:nvSpPr>
        <p:spPr>
          <a:xfrm>
            <a:off x="7975397" y="1581912"/>
            <a:ext cx="1729185" cy="21945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27" name="cell3_text"/>
          <p:cNvSpPr>
            <a:spLocks noGrp="1"/>
          </p:cNvSpPr>
          <p:nvPr>
            <p:ph type="body" idx="21"/>
          </p:nvPr>
        </p:nvSpPr>
        <p:spPr>
          <a:xfrm>
            <a:off x="9814310" y="1581912"/>
            <a:ext cx="1920185" cy="2194560"/>
          </a:xfrm>
          <a:prstGeom prst="rect">
            <a:avLst/>
          </a:prstGeom>
        </p:spPr>
        <p:txBody>
          <a:bodyPr wrap="square" lIns="54864" tIns="27432" rIns="54864" bIns="27432" anchor="t">
            <a:normAutofit/>
          </a:bodyPr>
          <a:lstStyle>
            <a:lvl1pPr algn="l" marL="0" indent="0">
              <a:buNone/>
              <a:defRPr sz="1300" b="0">
                <a:solidFill>
                  <a:srgbClr val="2B2B2B"/>
                </a:solidFill>
                <a:latin typeface="DejaVu Sans"/>
                <a:cs typeface="DejaVu Sans"/>
              </a:defRPr>
            </a:lvl1pPr>
          </a:lstStyle>
          <a:p/>
        </p:txBody>
      </p:sp>
      <p:sp>
        <p:nvSpPr>
          <p:cNvPr id="28" name="cell4_number"/>
          <p:cNvSpPr>
            <a:spLocks noGrp="1"/>
          </p:cNvSpPr>
          <p:nvPr>
            <p:ph type="body" idx="22"/>
          </p:nvPr>
        </p:nvSpPr>
        <p:spPr>
          <a:xfrm>
            <a:off x="457200" y="3886200"/>
            <a:ext cx="502920" cy="347472"/>
          </a:xfrm>
          <a:prstGeom prst="rect">
            <a:avLst/>
          </a:prstGeom>
        </p:spPr>
        <p:txBody>
          <a:bodyPr wrap="square" lIns="54864" tIns="27432" rIns="54864" bIns="27432" anchor="ctr">
            <a:normAutofit/>
          </a:bodyPr>
          <a:lstStyle>
            <a:lvl1pPr algn="l" marL="0" indent="0">
              <a:buNone/>
              <a:defRPr sz="1300" b="1">
                <a:solidFill>
                  <a:srgbClr val="6B0F1A"/>
                </a:solidFill>
                <a:latin typeface="DejaVu Sans"/>
                <a:cs typeface="DejaVu Sans"/>
              </a:defRPr>
            </a:lvl1pPr>
          </a:lstStyle>
          <a:p/>
        </p:txBody>
      </p:sp>
      <p:sp>
        <p:nvSpPr>
          <p:cNvPr id="29" name="cell4_timecode"/>
          <p:cNvSpPr>
            <a:spLocks noGrp="1"/>
          </p:cNvSpPr>
          <p:nvPr>
            <p:ph type="body" idx="23"/>
          </p:nvPr>
        </p:nvSpPr>
        <p:spPr>
          <a:xfrm>
            <a:off x="3027578" y="3886200"/>
            <a:ext cx="1188720" cy="347472"/>
          </a:xfrm>
          <a:prstGeom prst="rect">
            <a:avLst/>
          </a:prstGeom>
        </p:spPr>
        <p:txBody>
          <a:bodyPr wrap="square" lIns="54864" tIns="27432" rIns="54864" bIns="27432" anchor="ctr">
            <a:normAutofit/>
          </a:bodyPr>
          <a:lstStyle>
            <a:lvl1pPr algn="r" marL="0" indent="0">
              <a:buNone/>
              <a:defRPr sz="1100" b="0">
                <a:solidFill>
                  <a:srgbClr val="2B2B2B"/>
                </a:solidFill>
                <a:latin typeface="DejaVu Sans"/>
                <a:cs typeface="DejaVu Sans"/>
              </a:defRPr>
            </a:lvl1pPr>
          </a:lstStyle>
          <a:p/>
        </p:txBody>
      </p:sp>
      <p:sp>
        <p:nvSpPr>
          <p:cNvPr id="30" name="cell4_frame"/>
          <p:cNvSpPr>
            <a:spLocks noGrp="1"/>
          </p:cNvSpPr>
          <p:nvPr>
            <p:ph type="pic" idx="24"/>
          </p:nvPr>
        </p:nvSpPr>
        <p:spPr>
          <a:xfrm>
            <a:off x="457200" y="4233672"/>
            <a:ext cx="1729185" cy="21945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1" name="cell4_text"/>
          <p:cNvSpPr>
            <a:spLocks noGrp="1"/>
          </p:cNvSpPr>
          <p:nvPr>
            <p:ph type="body" idx="25"/>
          </p:nvPr>
        </p:nvSpPr>
        <p:spPr>
          <a:xfrm>
            <a:off x="2296113" y="4233672"/>
            <a:ext cx="1920185" cy="2194560"/>
          </a:xfrm>
          <a:prstGeom prst="rect">
            <a:avLst/>
          </a:prstGeom>
        </p:spPr>
        <p:txBody>
          <a:bodyPr wrap="square" lIns="54864" tIns="27432" rIns="54864" bIns="27432" anchor="t">
            <a:normAutofit/>
          </a:bodyPr>
          <a:lstStyle>
            <a:lvl1pPr algn="l" marL="0" indent="0">
              <a:buNone/>
              <a:defRPr sz="1300" b="0">
                <a:solidFill>
                  <a:srgbClr val="2B2B2B"/>
                </a:solidFill>
                <a:latin typeface="DejaVu Sans"/>
                <a:cs typeface="DejaVu Sans"/>
              </a:defRPr>
            </a:lvl1pPr>
          </a:lstStyle>
          <a:p/>
        </p:txBody>
      </p:sp>
      <p:sp>
        <p:nvSpPr>
          <p:cNvPr id="32" name="cell5_number"/>
          <p:cNvSpPr>
            <a:spLocks noGrp="1"/>
          </p:cNvSpPr>
          <p:nvPr>
            <p:ph type="body" idx="26"/>
          </p:nvPr>
        </p:nvSpPr>
        <p:spPr>
          <a:xfrm>
            <a:off x="4216298" y="3886200"/>
            <a:ext cx="502920" cy="347472"/>
          </a:xfrm>
          <a:prstGeom prst="rect">
            <a:avLst/>
          </a:prstGeom>
        </p:spPr>
        <p:txBody>
          <a:bodyPr wrap="square" lIns="54864" tIns="27432" rIns="54864" bIns="27432" anchor="ctr">
            <a:normAutofit/>
          </a:bodyPr>
          <a:lstStyle>
            <a:lvl1pPr algn="l" marL="0" indent="0">
              <a:buNone/>
              <a:defRPr sz="1300" b="1">
                <a:solidFill>
                  <a:srgbClr val="6B0F1A"/>
                </a:solidFill>
                <a:latin typeface="DejaVu Sans"/>
                <a:cs typeface="DejaVu Sans"/>
              </a:defRPr>
            </a:lvl1pPr>
          </a:lstStyle>
          <a:p/>
        </p:txBody>
      </p:sp>
      <p:sp>
        <p:nvSpPr>
          <p:cNvPr id="33" name="cell5_timecode"/>
          <p:cNvSpPr>
            <a:spLocks noGrp="1"/>
          </p:cNvSpPr>
          <p:nvPr>
            <p:ph type="body" idx="27"/>
          </p:nvPr>
        </p:nvSpPr>
        <p:spPr>
          <a:xfrm>
            <a:off x="6786677" y="3886200"/>
            <a:ext cx="1188720" cy="347472"/>
          </a:xfrm>
          <a:prstGeom prst="rect">
            <a:avLst/>
          </a:prstGeom>
        </p:spPr>
        <p:txBody>
          <a:bodyPr wrap="square" lIns="54864" tIns="27432" rIns="54864" bIns="27432" anchor="ctr">
            <a:normAutofit/>
          </a:bodyPr>
          <a:lstStyle>
            <a:lvl1pPr algn="r" marL="0" indent="0">
              <a:buNone/>
              <a:defRPr sz="1100" b="0">
                <a:solidFill>
                  <a:srgbClr val="2B2B2B"/>
                </a:solidFill>
                <a:latin typeface="DejaVu Sans"/>
                <a:cs typeface="DejaVu Sans"/>
              </a:defRPr>
            </a:lvl1pPr>
          </a:lstStyle>
          <a:p/>
        </p:txBody>
      </p:sp>
      <p:sp>
        <p:nvSpPr>
          <p:cNvPr id="34" name="cell5_frame"/>
          <p:cNvSpPr>
            <a:spLocks noGrp="1"/>
          </p:cNvSpPr>
          <p:nvPr>
            <p:ph type="pic" idx="28"/>
          </p:nvPr>
        </p:nvSpPr>
        <p:spPr>
          <a:xfrm>
            <a:off x="4216298" y="4233672"/>
            <a:ext cx="1729185" cy="21945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5" name="cell5_text"/>
          <p:cNvSpPr>
            <a:spLocks noGrp="1"/>
          </p:cNvSpPr>
          <p:nvPr>
            <p:ph type="body" idx="29"/>
          </p:nvPr>
        </p:nvSpPr>
        <p:spPr>
          <a:xfrm>
            <a:off x="6055212" y="4233672"/>
            <a:ext cx="1920185" cy="2194560"/>
          </a:xfrm>
          <a:prstGeom prst="rect">
            <a:avLst/>
          </a:prstGeom>
        </p:spPr>
        <p:txBody>
          <a:bodyPr wrap="square" lIns="54864" tIns="27432" rIns="54864" bIns="27432" anchor="t">
            <a:normAutofit/>
          </a:bodyPr>
          <a:lstStyle>
            <a:lvl1pPr algn="l" marL="0" indent="0">
              <a:buNone/>
              <a:defRPr sz="1300" b="0">
                <a:solidFill>
                  <a:srgbClr val="2B2B2B"/>
                </a:solidFill>
                <a:latin typeface="DejaVu Sans"/>
                <a:cs typeface="DejaVu Sans"/>
              </a:defRPr>
            </a:lvl1pPr>
          </a:lstStyle>
          <a:p/>
        </p:txBody>
      </p:sp>
      <p:sp>
        <p:nvSpPr>
          <p:cNvPr id="36" name="cell6_number"/>
          <p:cNvSpPr>
            <a:spLocks noGrp="1"/>
          </p:cNvSpPr>
          <p:nvPr>
            <p:ph type="body" idx="30"/>
          </p:nvPr>
        </p:nvSpPr>
        <p:spPr>
          <a:xfrm>
            <a:off x="7975397" y="3886200"/>
            <a:ext cx="502920" cy="347472"/>
          </a:xfrm>
          <a:prstGeom prst="rect">
            <a:avLst/>
          </a:prstGeom>
        </p:spPr>
        <p:txBody>
          <a:bodyPr wrap="square" lIns="54864" tIns="27432" rIns="54864" bIns="27432" anchor="ctr">
            <a:normAutofit/>
          </a:bodyPr>
          <a:lstStyle>
            <a:lvl1pPr algn="l" marL="0" indent="0">
              <a:buNone/>
              <a:defRPr sz="1300" b="1">
                <a:solidFill>
                  <a:srgbClr val="6B0F1A"/>
                </a:solidFill>
                <a:latin typeface="DejaVu Sans"/>
                <a:cs typeface="DejaVu Sans"/>
              </a:defRPr>
            </a:lvl1pPr>
          </a:lstStyle>
          <a:p/>
        </p:txBody>
      </p:sp>
      <p:sp>
        <p:nvSpPr>
          <p:cNvPr id="37" name="cell6_timecode"/>
          <p:cNvSpPr>
            <a:spLocks noGrp="1"/>
          </p:cNvSpPr>
          <p:nvPr>
            <p:ph type="body" idx="31"/>
          </p:nvPr>
        </p:nvSpPr>
        <p:spPr>
          <a:xfrm>
            <a:off x="10545775" y="3886200"/>
            <a:ext cx="1188720" cy="347472"/>
          </a:xfrm>
          <a:prstGeom prst="rect">
            <a:avLst/>
          </a:prstGeom>
        </p:spPr>
        <p:txBody>
          <a:bodyPr wrap="square" lIns="54864" tIns="27432" rIns="54864" bIns="27432" anchor="ctr">
            <a:normAutofit/>
          </a:bodyPr>
          <a:lstStyle>
            <a:lvl1pPr algn="r" marL="0" indent="0">
              <a:buNone/>
              <a:defRPr sz="1100" b="0">
                <a:solidFill>
                  <a:srgbClr val="2B2B2B"/>
                </a:solidFill>
                <a:latin typeface="DejaVu Sans"/>
                <a:cs typeface="DejaVu Sans"/>
              </a:defRPr>
            </a:lvl1pPr>
          </a:lstStyle>
          <a:p/>
        </p:txBody>
      </p:sp>
      <p:sp>
        <p:nvSpPr>
          <p:cNvPr id="38" name="cell6_frame"/>
          <p:cNvSpPr>
            <a:spLocks noGrp="1"/>
          </p:cNvSpPr>
          <p:nvPr>
            <p:ph type="pic" idx="32"/>
          </p:nvPr>
        </p:nvSpPr>
        <p:spPr>
          <a:xfrm>
            <a:off x="7975397" y="4233672"/>
            <a:ext cx="1729185" cy="21945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9" name="cell6_text"/>
          <p:cNvSpPr>
            <a:spLocks noGrp="1"/>
          </p:cNvSpPr>
          <p:nvPr>
            <p:ph type="body" idx="33"/>
          </p:nvPr>
        </p:nvSpPr>
        <p:spPr>
          <a:xfrm>
            <a:off x="9814310" y="4233672"/>
            <a:ext cx="1920185" cy="2194560"/>
          </a:xfrm>
          <a:prstGeom prst="rect">
            <a:avLst/>
          </a:prstGeom>
        </p:spPr>
        <p:txBody>
          <a:bodyPr wrap="square" lIns="54864" tIns="27432" rIns="54864" bIns="27432" anchor="t">
            <a:normAutofit/>
          </a:bodyPr>
          <a:lstStyle>
            <a:lvl1pPr algn="l" marL="0" indent="0">
              <a:buNone/>
              <a:defRPr sz="1300" b="0">
                <a:solidFill>
                  <a:srgbClr val="2B2B2B"/>
                </a:solidFill>
                <a:latin typeface="DejaVu Sans"/>
                <a:cs typeface="DejaVu Sans"/>
              </a:defRPr>
            </a:lvl1pPr>
          </a:lstStyle>
          <a:p/>
        </p:txBody>
      </p:sp>
      <p:sp>
        <p:nvSpPr>
          <p:cNvPr id="999" name="deco-footer"/>
          <p:cNvSpPr/>
          <p:nvPr/>
        </p:nvSpPr>
        <p:spPr>
          <a:xfrm>
            <a:off x="274320" y="6473952"/>
            <a:ext cx="12801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900" b="1">
                <a:solidFill>
                  <a:srgbClr val="D4AF7F"/>
                </a:solidFill>
                <a:latin typeface="DejaVu Sans"/>
                <a:cs typeface="DejaVu Sans"/>
              </a:rPr>
              <a:t>Razkadr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erving">
    <p:bg>
      <p:bgPr>
        <a:solidFill>
          <a:srgbClr val="F8F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deco-4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heading"/>
          <p:cNvSpPr>
            <a:spLocks noGrp="1"/>
          </p:cNvSpPr>
          <p:nvPr>
            <p:ph type="title"/>
          </p:nvPr>
        </p:nvSpPr>
        <p:spPr>
          <a:xfrm>
            <a:off x="457200" y="320040"/>
            <a:ext cx="8229600" cy="868680"/>
          </a:xfrm>
          <a:prstGeom prst="rect">
            <a:avLst/>
          </a:prstGeom>
        </p:spPr>
        <p:txBody>
          <a:bodyPr wrap="square" lIns="54864" tIns="27432" rIns="54864" bIns="27432" anchor="t">
            <a:normAutofit/>
          </a:bodyPr>
          <a:lstStyle>
            <a:lvl1pPr algn="l" marL="0" indent="0">
              <a:buNone/>
              <a:defRPr sz="2800" b="1">
                <a:solidFill>
                  <a:srgbClr val="6B0F1A"/>
                </a:solidFill>
                <a:latin typeface="DejaVu Sans"/>
                <a:cs typeface="DejaVu Sans"/>
              </a:defRPr>
            </a:lvl1pPr>
          </a:lstStyle>
          <a:p/>
        </p:txBody>
      </p:sp>
      <p:sp>
        <p:nvSpPr>
          <p:cNvPr id="42" name="frame"/>
          <p:cNvSpPr>
            <a:spLocks noGrp="1"/>
          </p:cNvSpPr>
          <p:nvPr>
            <p:ph type="pic" idx="10"/>
          </p:nvPr>
        </p:nvSpPr>
        <p:spPr>
          <a:xfrm>
            <a:off x="457200" y="1371600"/>
            <a:ext cx="4663440" cy="50292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43" name="caption"/>
          <p:cNvSpPr>
            <a:spLocks noGrp="1"/>
          </p:cNvSpPr>
          <p:nvPr>
            <p:ph type="body" idx="11"/>
          </p:nvPr>
        </p:nvSpPr>
        <p:spPr>
          <a:xfrm>
            <a:off x="5486400" y="1371600"/>
            <a:ext cx="6245352" cy="4206240"/>
          </a:xfrm>
          <a:prstGeom prst="rect">
            <a:avLst/>
          </a:prstGeom>
        </p:spPr>
        <p:txBody>
          <a:bodyPr wrap="square" lIns="54864" tIns="27432" rIns="54864" bIns="27432" anchor="t">
            <a:normAutofit/>
          </a:bodyPr>
          <a:lstStyle>
            <a:lvl1pPr algn="l" marL="0" indent="0">
              <a:buNone/>
              <a:defRPr sz="2000" b="0">
                <a:solidFill>
                  <a:srgbClr val="2B2B2B"/>
                </a:solidFill>
                <a:latin typeface="DejaVu Sans"/>
                <a:cs typeface="DejaVu Sans"/>
              </a:defRPr>
            </a:lvl1pPr>
          </a:lstStyle>
          <a:p/>
        </p:txBody>
      </p:sp>
      <p:sp>
        <p:nvSpPr>
          <p:cNvPr id="44" name="timecode"/>
          <p:cNvSpPr>
            <a:spLocks noGrp="1"/>
          </p:cNvSpPr>
          <p:nvPr>
            <p:ph type="body" idx="12"/>
          </p:nvPr>
        </p:nvSpPr>
        <p:spPr>
          <a:xfrm>
            <a:off x="10222992" y="5943600"/>
            <a:ext cx="1508760" cy="457200"/>
          </a:xfrm>
          <a:prstGeom prst="rect">
            <a:avLst/>
          </a:prstGeom>
        </p:spPr>
        <p:txBody>
          <a:bodyPr wrap="square" lIns="54864" tIns="27432" rIns="54864" bIns="27432" anchor="ctr">
            <a:normAutofit/>
          </a:bodyPr>
          <a:lstStyle>
            <a:lvl1pPr algn="r" marL="0" indent="0">
              <a:buNone/>
              <a:defRPr sz="1400" b="1">
                <a:solidFill>
                  <a:srgbClr val="6B0F1A"/>
                </a:solidFill>
                <a:latin typeface="DejaVu Sans"/>
                <a:cs typeface="DejaVu Sans"/>
              </a:defRPr>
            </a:lvl1pPr>
          </a:lstStyle>
          <a:p/>
        </p:txBody>
      </p:sp>
      <p:sp>
        <p:nvSpPr>
          <p:cNvPr id="999" name="deco-footer"/>
          <p:cNvSpPr/>
          <p:nvPr/>
        </p:nvSpPr>
        <p:spPr>
          <a:xfrm>
            <a:off x="274320" y="6473952"/>
            <a:ext cx="12801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900" b="1">
                <a:solidFill>
                  <a:srgbClr val="D4AF7F"/>
                </a:solidFill>
                <a:latin typeface="DejaVu Sans"/>
                <a:cs typeface="DejaVu Sans"/>
              </a:rPr>
              <a:t>Razkadr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Razkadr default template</dc:title>
  <dc:subject>razkadr render reference template (naryad 022)</dc:subject>
  <dc:creator>Razkadr</dc:creator>
  <cp:keywords/>
  <dc:description>Built by scripts/templates/build_default.py; do not edit by hand.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template</cp:category>
</cp:coreProperties>
</file>